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CrowdSense ?? ??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?? ??? ?? (1~10)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?? / KPI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/>
              <a:t>??: ??? ????????? ??? ?? ??</a:t>
            </a:r>
          </a:p>
          <a:p>
            <a:pPr/>
            <a:r>
              <a:rPr sz="1800"/>
              <a:t>KPI: P95&lt;300ms(?? ??), ?? ??? 80%+, ?? API ?? 70% ??</a:t>
            </a:r>
          </a:p>
          <a:p>
            <a:pPr/>
            <a:r>
              <a:rPr sz="1800"/>
              <a:t>KPI: ?? ??&lt;10?, ???&lt;1%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????????? 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/>
              <a:t>EC2 ?? vs Lambda vs ???? 3? ??: ?????/?? ???/?? ???/?? ??</a:t>
            </a:r>
          </a:p>
          <a:p>
            <a:pPr/>
            <a:r>
              <a:rPr sz="1800"/>
              <a:t>?????: ?? ?, ????? ???, ??? ??</a:t>
            </a:r>
          </a:p>
          <a:p>
            <a:pPr/>
            <a:r>
              <a:rPr sz="1800"/>
              <a:t>??: ??/?? ??? ?????? ??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????? ?? 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/>
              <a:t>??: ???? 800ms, ??? 2?, ?? ? ??? ??? + stale=true</a:t>
            </a:r>
          </a:p>
          <a:p>
            <a:pPr/>
            <a:r>
              <a:rPr sz="1800"/>
              <a:t>??: ???, ???? ??, ?? ??? ???</a:t>
            </a:r>
          </a:p>
          <a:p>
            <a:pPr/>
            <a:r>
              <a:rPr sz="1800"/>
              <a:t>??: TTL/??/???? ?? ??? ??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?? ????? ??(?? nearby)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/>
              <a:t>?? ???: ??(????????), ??? ??/?? ??</a:t>
            </a:r>
          </a:p>
          <a:p>
            <a:pPr/>
            <a:r>
              <a:rPr sz="1800"/>
              <a:t>?? ?? ?/? ?? 1?(CTR/???/??? ?)</a:t>
            </a:r>
          </a:p>
          <a:p>
            <a:pPr/>
            <a:r>
              <a:rPr sz="1800"/>
              <a:t>?? ????? ?? ??? ??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??/?? ?? &amp; ?? 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/>
              <a:t>TTL ?? ??: ??????? ???, ??/????? ??</a:t>
            </a:r>
          </a:p>
          <a:p>
            <a:pPr/>
            <a:r>
              <a:rPr sz="1800"/>
              <a:t>?? ??/?? ?? ?? ??</a:t>
            </a:r>
          </a:p>
          <a:p>
            <a:pPr/>
            <a:r>
              <a:rPr sz="1800"/>
              <a:t>??: Redis ?? ??, ?? ?? ???????, ??? ??(invalidate vs TTL)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????? 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/>
              <a:t>??: ??????, ???, ??? ??(?), ?? ?? ??</a:t>
            </a:r>
          </a:p>
          <a:p>
            <a:pPr/>
            <a:r>
              <a:rPr sz="1800"/>
              <a:t>??/??? ?????, trace id ???</a:t>
            </a:r>
          </a:p>
          <a:p>
            <a:pPr/>
            <a:r>
              <a:rPr sz="1800"/>
              <a:t>??: ?? API ??? ? ?? ??? ?? ??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?????? 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/>
              <a:t>???: ?? ??? ??, ?? API ?? ?? ?/?</a:t>
            </a:r>
          </a:p>
          <a:p>
            <a:pPr/>
            <a:r>
              <a:rPr sz="1800"/>
              <a:t>?? P95/P99, ?? ??, ???</a:t>
            </a:r>
          </a:p>
          <a:p>
            <a:pPr/>
            <a:r>
              <a:rPr sz="1800"/>
              <a:t>??: ??/?? ? ?? ?, ?? ???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?????? 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/>
              <a:t>??: Lambda ??? ??, ?? ??, ?????/??? ??, ?? ??</a:t>
            </a:r>
          </a:p>
          <a:p>
            <a:pPr/>
            <a:r>
              <a:rPr sz="1800"/>
              <a:t>???: ??(???/??), ??(?? API ??), ??(??/DB ??), ??</a:t>
            </a:r>
          </a:p>
          <a:p>
            <a:pPr/>
            <a:r>
              <a:rPr sz="1800"/>
              <a:t>???: CI ??/?? ??, ?? ? ?? ??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??? / 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/>
              <a:t>?? API ???/??? ?? ? ??? ?????, ?? ??? ??</a:t>
            </a:r>
          </a:p>
          <a:p>
            <a:pPr/>
            <a:r>
              <a:rPr sz="1800"/>
              <a:t>Redis ??/???? ?? ? ?? ??, TTL ??, ??</a:t>
            </a:r>
          </a:p>
          <a:p>
            <a:pPr/>
            <a:r>
              <a:rPr sz="1800"/>
              <a:t>??? ????? ?? ? ??/?? ??, ?? ?, TTL ?? ????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?? 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1800"/>
              <a:t>??: ??? ??(??/?? ??) ? ?? nearby(?? ??) ? ??</a:t>
            </a:r>
          </a:p>
          <a:p>
            <a:pPr/>
            <a:r>
              <a:rPr sz="1800"/>
              <a:t>??: ??/?? JSON ??, ??????? ?? ???</a:t>
            </a:r>
          </a:p>
          <a:p>
            <a:pPr/>
            <a:r>
              <a:rPr sz="1800"/>
              <a:t>?????: ??????????? ???/????? ??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